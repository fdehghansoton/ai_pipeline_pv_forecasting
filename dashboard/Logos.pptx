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FF6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iba Dehghan" userId="f06fc716-3c67-4027-bf32-f0a136fde3af" providerId="ADAL" clId="{D2EBD8AF-FA10-4069-8CF7-7E2D53DCE9FA}"/>
    <pc:docChg chg="undo custSel addSld delSld modSld">
      <pc:chgData name="Fariba Dehghan" userId="f06fc716-3c67-4027-bf32-f0a136fde3af" providerId="ADAL" clId="{D2EBD8AF-FA10-4069-8CF7-7E2D53DCE9FA}" dt="2026-08-07T14:05:10.245" v="2000" actId="47"/>
      <pc:docMkLst>
        <pc:docMk/>
      </pc:docMkLst>
      <pc:sldChg chg="modSp del mod">
        <pc:chgData name="Fariba Dehghan" userId="f06fc716-3c67-4027-bf32-f0a136fde3af" providerId="ADAL" clId="{D2EBD8AF-FA10-4069-8CF7-7E2D53DCE9FA}" dt="2026-08-07T14:05:05.556" v="1980" actId="47"/>
        <pc:sldMkLst>
          <pc:docMk/>
          <pc:sldMk cId="1091924150" sldId="260"/>
        </pc:sldMkLst>
      </pc:sldChg>
      <pc:sldChg chg="addSp delSp modSp del mod">
        <pc:chgData name="Fariba Dehghan" userId="f06fc716-3c67-4027-bf32-f0a136fde3af" providerId="ADAL" clId="{D2EBD8AF-FA10-4069-8CF7-7E2D53DCE9FA}" dt="2026-08-07T14:05:06.037" v="1981" actId="47"/>
        <pc:sldMkLst>
          <pc:docMk/>
          <pc:sldMk cId="109691434" sldId="264"/>
        </pc:sldMkLst>
      </pc:sldChg>
      <pc:sldChg chg="delSp modSp del mod">
        <pc:chgData name="Fariba Dehghan" userId="f06fc716-3c67-4027-bf32-f0a136fde3af" providerId="ADAL" clId="{D2EBD8AF-FA10-4069-8CF7-7E2D53DCE9FA}" dt="2026-08-07T14:05:06.947" v="1986" actId="47"/>
        <pc:sldMkLst>
          <pc:docMk/>
          <pc:sldMk cId="2094378766" sldId="266"/>
        </pc:sldMkLst>
      </pc:sldChg>
      <pc:sldChg chg="delSp modSp del mod">
        <pc:chgData name="Fariba Dehghan" userId="f06fc716-3c67-4027-bf32-f0a136fde3af" providerId="ADAL" clId="{D2EBD8AF-FA10-4069-8CF7-7E2D53DCE9FA}" dt="2026-08-07T14:05:07.306" v="1988" actId="47"/>
        <pc:sldMkLst>
          <pc:docMk/>
          <pc:sldMk cId="2623216322" sldId="267"/>
        </pc:sldMkLst>
      </pc:sldChg>
      <pc:sldChg chg="delSp modSp del mod">
        <pc:chgData name="Fariba Dehghan" userId="f06fc716-3c67-4027-bf32-f0a136fde3af" providerId="ADAL" clId="{D2EBD8AF-FA10-4069-8CF7-7E2D53DCE9FA}" dt="2026-08-07T14:05:07.751" v="1990" actId="47"/>
        <pc:sldMkLst>
          <pc:docMk/>
          <pc:sldMk cId="2193085937" sldId="268"/>
        </pc:sldMkLst>
      </pc:sldChg>
      <pc:sldChg chg="delSp modSp del mod">
        <pc:chgData name="Fariba Dehghan" userId="f06fc716-3c67-4027-bf32-f0a136fde3af" providerId="ADAL" clId="{D2EBD8AF-FA10-4069-8CF7-7E2D53DCE9FA}" dt="2026-08-07T14:05:06.606" v="1984" actId="47"/>
        <pc:sldMkLst>
          <pc:docMk/>
          <pc:sldMk cId="1531680349" sldId="269"/>
        </pc:sldMkLst>
      </pc:sldChg>
      <pc:sldChg chg="delSp modSp del mod">
        <pc:chgData name="Fariba Dehghan" userId="f06fc716-3c67-4027-bf32-f0a136fde3af" providerId="ADAL" clId="{D2EBD8AF-FA10-4069-8CF7-7E2D53DCE9FA}" dt="2026-08-07T14:05:08.118" v="1992" actId="47"/>
        <pc:sldMkLst>
          <pc:docMk/>
          <pc:sldMk cId="1217507292" sldId="270"/>
        </pc:sldMkLst>
      </pc:sldChg>
      <pc:sldChg chg="delSp modSp del mod">
        <pc:chgData name="Fariba Dehghan" userId="f06fc716-3c67-4027-bf32-f0a136fde3af" providerId="ADAL" clId="{D2EBD8AF-FA10-4069-8CF7-7E2D53DCE9FA}" dt="2026-08-07T14:05:06.241" v="1982" actId="47"/>
        <pc:sldMkLst>
          <pc:docMk/>
          <pc:sldMk cId="827540197" sldId="271"/>
        </pc:sldMkLst>
      </pc:sldChg>
      <pc:sldChg chg="delSp modSp del mod">
        <pc:chgData name="Fariba Dehghan" userId="f06fc716-3c67-4027-bf32-f0a136fde3af" providerId="ADAL" clId="{D2EBD8AF-FA10-4069-8CF7-7E2D53DCE9FA}" dt="2026-08-07T14:05:06.382" v="1983" actId="47"/>
        <pc:sldMkLst>
          <pc:docMk/>
          <pc:sldMk cId="531021237" sldId="272"/>
        </pc:sldMkLst>
      </pc:sldChg>
      <pc:sldChg chg="delSp modSp del mod">
        <pc:chgData name="Fariba Dehghan" userId="f06fc716-3c67-4027-bf32-f0a136fde3af" providerId="ADAL" clId="{D2EBD8AF-FA10-4069-8CF7-7E2D53DCE9FA}" dt="2026-08-07T14:05:08.457" v="1994" actId="47"/>
        <pc:sldMkLst>
          <pc:docMk/>
          <pc:sldMk cId="823138500" sldId="273"/>
        </pc:sldMkLst>
      </pc:sldChg>
      <pc:sldChg chg="delSp modSp del mod">
        <pc:chgData name="Fariba Dehghan" userId="f06fc716-3c67-4027-bf32-f0a136fde3af" providerId="ADAL" clId="{D2EBD8AF-FA10-4069-8CF7-7E2D53DCE9FA}" dt="2026-08-07T14:05:06.739" v="1985" actId="47"/>
        <pc:sldMkLst>
          <pc:docMk/>
          <pc:sldMk cId="1067542899" sldId="274"/>
        </pc:sldMkLst>
      </pc:sldChg>
      <pc:sldChg chg="delSp modSp del mod">
        <pc:chgData name="Fariba Dehghan" userId="f06fc716-3c67-4027-bf32-f0a136fde3af" providerId="ADAL" clId="{D2EBD8AF-FA10-4069-8CF7-7E2D53DCE9FA}" dt="2026-08-07T14:05:07.100" v="1987" actId="47"/>
        <pc:sldMkLst>
          <pc:docMk/>
          <pc:sldMk cId="2805917154" sldId="275"/>
        </pc:sldMkLst>
      </pc:sldChg>
      <pc:sldChg chg="delSp modSp del mod">
        <pc:chgData name="Fariba Dehghan" userId="f06fc716-3c67-4027-bf32-f0a136fde3af" providerId="ADAL" clId="{D2EBD8AF-FA10-4069-8CF7-7E2D53DCE9FA}" dt="2026-08-07T14:05:07.537" v="1989" actId="47"/>
        <pc:sldMkLst>
          <pc:docMk/>
          <pc:sldMk cId="4135241697" sldId="277"/>
        </pc:sldMkLst>
      </pc:sldChg>
      <pc:sldChg chg="delSp modSp del mod">
        <pc:chgData name="Fariba Dehghan" userId="f06fc716-3c67-4027-bf32-f0a136fde3af" providerId="ADAL" clId="{D2EBD8AF-FA10-4069-8CF7-7E2D53DCE9FA}" dt="2026-08-07T14:05:07.897" v="1991" actId="47"/>
        <pc:sldMkLst>
          <pc:docMk/>
          <pc:sldMk cId="3988664774" sldId="278"/>
        </pc:sldMkLst>
      </pc:sldChg>
      <pc:sldChg chg="delSp modSp del mod">
        <pc:chgData name="Fariba Dehghan" userId="f06fc716-3c67-4027-bf32-f0a136fde3af" providerId="ADAL" clId="{D2EBD8AF-FA10-4069-8CF7-7E2D53DCE9FA}" dt="2026-08-07T14:05:08.257" v="1993" actId="47"/>
        <pc:sldMkLst>
          <pc:docMk/>
          <pc:sldMk cId="2773673484" sldId="279"/>
        </pc:sldMkLst>
      </pc:sldChg>
      <pc:sldChg chg="addSp delSp modSp add del mod">
        <pc:chgData name="Fariba Dehghan" userId="f06fc716-3c67-4027-bf32-f0a136fde3af" providerId="ADAL" clId="{D2EBD8AF-FA10-4069-8CF7-7E2D53DCE9FA}" dt="2026-08-07T14:05:08.617" v="1995" actId="47"/>
        <pc:sldMkLst>
          <pc:docMk/>
          <pc:sldMk cId="3937819645" sldId="280"/>
        </pc:sldMkLst>
      </pc:sldChg>
      <pc:sldChg chg="addSp delSp modSp add del mod">
        <pc:chgData name="Fariba Dehghan" userId="f06fc716-3c67-4027-bf32-f0a136fde3af" providerId="ADAL" clId="{D2EBD8AF-FA10-4069-8CF7-7E2D53DCE9FA}" dt="2026-08-07T14:05:09.096" v="1997" actId="47"/>
        <pc:sldMkLst>
          <pc:docMk/>
          <pc:sldMk cId="657641879" sldId="281"/>
        </pc:sldMkLst>
      </pc:sldChg>
      <pc:sldChg chg="addSp delSp modSp add del mod">
        <pc:chgData name="Fariba Dehghan" userId="f06fc716-3c67-4027-bf32-f0a136fde3af" providerId="ADAL" clId="{D2EBD8AF-FA10-4069-8CF7-7E2D53DCE9FA}" dt="2026-08-07T14:05:09.707" v="1999" actId="47"/>
        <pc:sldMkLst>
          <pc:docMk/>
          <pc:sldMk cId="3891705290" sldId="283"/>
        </pc:sldMkLst>
      </pc:sldChg>
      <pc:sldChg chg="addSp delSp modSp add del mod">
        <pc:chgData name="Fariba Dehghan" userId="f06fc716-3c67-4027-bf32-f0a136fde3af" providerId="ADAL" clId="{D2EBD8AF-FA10-4069-8CF7-7E2D53DCE9FA}" dt="2026-08-07T14:05:08.927" v="1996" actId="47"/>
        <pc:sldMkLst>
          <pc:docMk/>
          <pc:sldMk cId="3950290269" sldId="284"/>
        </pc:sldMkLst>
      </pc:sldChg>
      <pc:sldChg chg="addSp delSp modSp add del mod">
        <pc:chgData name="Fariba Dehghan" userId="f06fc716-3c67-4027-bf32-f0a136fde3af" providerId="ADAL" clId="{D2EBD8AF-FA10-4069-8CF7-7E2D53DCE9FA}" dt="2026-08-07T14:05:09.327" v="1998" actId="47"/>
        <pc:sldMkLst>
          <pc:docMk/>
          <pc:sldMk cId="1158473325" sldId="286"/>
        </pc:sldMkLst>
      </pc:sldChg>
      <pc:sldChg chg="addSp modSp new del mod">
        <pc:chgData name="Fariba Dehghan" userId="f06fc716-3c67-4027-bf32-f0a136fde3af" providerId="ADAL" clId="{D2EBD8AF-FA10-4069-8CF7-7E2D53DCE9FA}" dt="2026-08-07T14:05:10.245" v="2000" actId="47"/>
        <pc:sldMkLst>
          <pc:docMk/>
          <pc:sldMk cId="3346727817" sldId="2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F8F9-E41C-4D40-B1FB-3EC8891CF0BA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68A7B-ABF5-4E8E-A776-A3518CB187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396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3360-42DE-3D17-C835-CBD68D317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35A4E-6A8B-9218-AAF2-CAB07CC8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BE2FB-2AE7-2F70-1A0B-B2350F60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3785B-92E7-4F45-9CEF-290FAF7E1AB7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22AFA-2957-5CC3-8807-4CEE8374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BF3B-5791-736C-A830-B6218970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71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45B9-2065-7757-00B2-13F7BC05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F1B96-772C-2D52-2CFB-3C7DA4F2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3C984-FA4C-41B9-0630-26EAE017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31050-1D8B-4C7B-BE70-681EFEA2DF36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41990-07E8-2F1C-B266-453819F4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76B66-B7DF-D2DC-3BA0-A12B8C07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258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568A-055F-2B57-ED28-D45ADBD3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E71B3-8FFC-46E6-FEAA-1FB9E29F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38248-AAA3-75CD-A620-810274F9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BACF2-0F46-4037-838E-529F170D78C6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D21EE-3569-1530-1243-7CD66B84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8BF4-8840-E6EE-DBE9-492565F0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81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1BA9-EFAA-3D39-7D2A-72CDCB7F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3B2D1-FA3A-0E12-3CED-58225EC1D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3FB4F-DAC8-BE22-92BF-00D86D5DC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6DFA5-2008-2B8C-0298-7A6FA1A7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A4E5-E520-4824-B556-12C827D81C2F}" type="datetime1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AF22-69C8-BCD8-084A-42344867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35989-F72D-FC6F-C6E5-4D3317F1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21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D077-03C7-50FB-6678-CCE2C1D57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2261-0FAA-396F-D87A-D7AE283F2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CC474-BBC3-AE43-E1F9-1FD71B3CE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F99960-A806-0DEA-66AD-9FB1EDE57B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65C2B-3023-43AC-FF88-EFCBEB519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23C4B-5218-38D5-1656-36B18512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9CA1-35FF-482E-8AE5-55D215480C3D}" type="datetime1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F7671-0D9B-4BB9-2F47-4F46EBB9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CE20B-AE61-396C-E260-7DC24195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9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2B7F-F9CE-4113-BAA6-4DE3AE5C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22036-2915-01A7-A369-4E905FEB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B5951-FB50-4AC5-B5BF-5D5728D118DA}" type="datetime1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B92DE-F2C5-87A1-343A-72876777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97A17-04F0-46B6-E454-54CFA70A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82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4B8B2-B5D4-CCC2-0C2D-AA4B7B83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14F75-30C1-4EF6-BD88-EC9C4AF83202}" type="datetime1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31ECC-1275-4924-26CC-EC0B4D6F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D26F8-B177-0BD8-E189-9B48CDD82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76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2668-F14A-C1D2-2217-988ACB00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D6CAF-579A-68BD-4026-A35FB2A03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DFD71-49BA-E3D9-49FB-0EDF8EC39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C96DC-F5DE-0DDB-44DD-9EA3084C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52C1C-9B9A-4010-86D7-7750D6BAFD32}" type="datetime1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FD6EE-BB53-9006-8C3D-04DCC888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297E5-7900-3950-8600-7161F52D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53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72A2-E039-FF64-3D93-5B5F4B3F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009055-E26B-C587-8D22-93510740A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381F1-4C94-1A73-E5B6-B395CD42A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E8404-40A2-C681-4975-88B4B49B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2E025-6A43-412F-AC2D-C2478D96D479}" type="datetime1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8C332-FF57-6BF4-AC3A-B89413B2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951C3-AE41-E55A-91DF-611F7746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98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5B81-CA43-B3AF-7A2E-8FCD7D2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C97A7-09E4-FD8A-60D1-E67879CDD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14684-1F15-8A6D-1955-223C9E62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BF4AD-0384-479B-BEC3-F392DA8E2D56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28AC2-B4B3-3DE7-E9D5-ECCCCF28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EF27-DF6D-A48B-3DCE-D4EE4FE4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631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86EF62-3575-689C-B81A-DC708D929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B5E1F-A511-1E3D-817B-9008FBC4A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9D05-A6D8-B437-0EB8-843139F3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A641-0AC1-4DB6-8101-C1536934DA3D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46C-7A5A-5499-76AF-57EF1CB6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B6CEF-4B7F-7151-0A79-D153610B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92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3DF3E-CF23-C61E-F5DE-2E57DA81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ED1CA-DAD7-7FA9-6A76-29C425051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FD6A-425F-75FC-3251-AC0FF1225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D807B-1788-45FF-AC06-3ECA83C664B1}" type="datetime1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87D9-CC39-2578-4AD9-E1F8CD6C5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CC065-66F8-5862-7B36-080F4439F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5253A-51FB-4CEB-897D-61FF1D90B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6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car charging at a charging station&#10;&#10;AI-generated content may be incorrect.">
            <a:extLst>
              <a:ext uri="{FF2B5EF4-FFF2-40B4-BE49-F238E27FC236}">
                <a16:creationId xmlns:a16="http://schemas.microsoft.com/office/drawing/2014/main" id="{2E006524-F7E0-4166-9E8A-CC8077EE5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3216" r="5253" b="7505"/>
          <a:stretch>
            <a:fillRect/>
          </a:stretch>
        </p:blipFill>
        <p:spPr>
          <a:xfrm>
            <a:off x="7686708" y="3952166"/>
            <a:ext cx="4505291" cy="2905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3B26DC-5160-EA1D-6AA3-E394FFCFB88B}"/>
              </a:ext>
            </a:extLst>
          </p:cNvPr>
          <p:cNvSpPr txBox="1"/>
          <p:nvPr/>
        </p:nvSpPr>
        <p:spPr>
          <a:xfrm>
            <a:off x="4365521" y="1176818"/>
            <a:ext cx="3470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Progression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B848D-4653-84A6-6E9B-0B3EBF8708F1}"/>
              </a:ext>
            </a:extLst>
          </p:cNvPr>
          <p:cNvSpPr txBox="1"/>
          <p:nvPr/>
        </p:nvSpPr>
        <p:spPr>
          <a:xfrm>
            <a:off x="2085677" y="1816408"/>
            <a:ext cx="8223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AI-Supported Decision Optimisation for Grid-Independent EV Charging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99806-0C66-E6B5-E6C5-CADC89DA4F90}"/>
              </a:ext>
            </a:extLst>
          </p:cNvPr>
          <p:cNvSpPr txBox="1"/>
          <p:nvPr/>
        </p:nvSpPr>
        <p:spPr>
          <a:xfrm>
            <a:off x="2777078" y="2411438"/>
            <a:ext cx="66378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Fariba Dehghan</a:t>
            </a:r>
          </a:p>
          <a:p>
            <a:pPr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Supervisors: Sebastian Stein, Vahid Yazdanpanah, Stephanie Gauthier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67F94-5C25-BB78-AD27-C616BE1BE986}"/>
              </a:ext>
            </a:extLst>
          </p:cNvPr>
          <p:cNvSpPr txBox="1"/>
          <p:nvPr/>
        </p:nvSpPr>
        <p:spPr>
          <a:xfrm>
            <a:off x="4766785" y="3484919"/>
            <a:ext cx="2861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Southampton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31EE1-B0B2-455D-243C-6FF3E594EC2A}"/>
              </a:ext>
            </a:extLst>
          </p:cNvPr>
          <p:cNvSpPr txBox="1"/>
          <p:nvPr/>
        </p:nvSpPr>
        <p:spPr>
          <a:xfrm>
            <a:off x="5302574" y="3952167"/>
            <a:ext cx="1789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4B90DB-CC7E-5A17-CEAB-7F077C58B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7" y="6087176"/>
            <a:ext cx="1195264" cy="66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PSRC | The Alan Turing Institute">
            <a:extLst>
              <a:ext uri="{FF2B5EF4-FFF2-40B4-BE49-F238E27FC236}">
                <a16:creationId xmlns:a16="http://schemas.microsoft.com/office/drawing/2014/main" id="{1CECD558-47F8-7A2B-2DE6-0CC18C32A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661" y="6234528"/>
            <a:ext cx="1475024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B62F84-12AF-93E4-91C9-4389138A1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093" y="6234528"/>
            <a:ext cx="1789610" cy="2906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3BFBCB-5DE7-6BB4-1C1B-B70DD9F06D4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DEFEFB"/>
              </a:clrFrom>
              <a:clrTo>
                <a:srgbClr val="DEFE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8775" y="6211300"/>
            <a:ext cx="2632465" cy="4157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283C73-8373-179B-34CF-18DCA08D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5253A-51FB-4CEB-897D-61FF1D90B6E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9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29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Fariba Dehghan</dc:creator>
  <cp:lastModifiedBy>Fariba Dehghan</cp:lastModifiedBy>
  <cp:revision>1</cp:revision>
  <dcterms:created xsi:type="dcterms:W3CDTF">2025-11-25T19:01:37Z</dcterms:created>
  <dcterms:modified xsi:type="dcterms:W3CDTF">2026-08-07T14:05:12Z</dcterms:modified>
</cp:coreProperties>
</file>